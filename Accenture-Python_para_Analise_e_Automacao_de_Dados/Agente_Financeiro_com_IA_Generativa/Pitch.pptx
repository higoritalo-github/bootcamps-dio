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378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560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80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4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476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1909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4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738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582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68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531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2ED1-CCDE-49BD-9D1C-5F8D39BADC5E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66F21-BED8-41E4-B48E-1A82B61382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42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Planner</a:t>
            </a:r>
            <a:r>
              <a:rPr lang="pt-BR" dirty="0" smtClean="0"/>
              <a:t> IA: Assistente Inteligente de Planejamento Financeiro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pt-BR" sz="2800" dirty="0" smtClean="0"/>
              <a:t>Autor: Higor Ítalo dos Santos</a:t>
            </a:r>
          </a:p>
          <a:p>
            <a:r>
              <a:rPr lang="pt-BR" sz="2800" dirty="0" err="1" smtClean="0"/>
              <a:t>Bootcamp</a:t>
            </a:r>
            <a:r>
              <a:rPr lang="pt-BR" sz="2800" dirty="0" smtClean="0"/>
              <a:t>: </a:t>
            </a:r>
          </a:p>
          <a:p>
            <a:r>
              <a:rPr lang="pt-BR" sz="2800" dirty="0" smtClean="0"/>
              <a:t>DIO / Accenture - Python para Análise e Automação de Dados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3796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pt-BR" dirty="0" smtClean="0"/>
              <a:t>Problema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Muitas pessoas possuem dificuldades para organizar sua vida financeira, definir metas realistas e entender sua própria situação econômica.</a:t>
            </a:r>
          </a:p>
          <a:p>
            <a:r>
              <a:rPr lang="pt-BR" dirty="0" smtClean="0"/>
              <a:t>Além disso, boa parte das soluções disponíveis são complexas, pouco acessíveis ou exigem conhecimento técnico em finanças.</a:t>
            </a:r>
          </a:p>
          <a:p>
            <a:r>
              <a:rPr lang="pt-BR" dirty="0" smtClean="0"/>
              <a:t>Isso faz com que muitas pessoas:</a:t>
            </a:r>
          </a:p>
          <a:p>
            <a:pPr lvl="1"/>
            <a:r>
              <a:rPr lang="pt-BR" dirty="0" smtClean="0"/>
              <a:t>acumulem dívidas; </a:t>
            </a:r>
          </a:p>
          <a:p>
            <a:pPr lvl="1"/>
            <a:r>
              <a:rPr lang="pt-BR" dirty="0" smtClean="0"/>
              <a:t>não consigam criar reservas financeiras; </a:t>
            </a:r>
          </a:p>
          <a:p>
            <a:pPr lvl="1"/>
            <a:r>
              <a:rPr lang="pt-BR" dirty="0" smtClean="0"/>
              <a:t>tomem decisões impulsivas; </a:t>
            </a:r>
          </a:p>
          <a:p>
            <a:pPr lvl="1"/>
            <a:r>
              <a:rPr lang="pt-BR" dirty="0" smtClean="0"/>
              <a:t>ou simplesmente não saibam por onde começar. </a:t>
            </a:r>
          </a:p>
          <a:p>
            <a:r>
              <a:rPr lang="pt-BR" dirty="0" smtClean="0"/>
              <a:t>O problema que buscamos resolver é justamente transformar dados financeiros em orientações simples, acessíveis e personalizadas.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347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pt-BR" dirty="0" smtClean="0"/>
              <a:t>Solução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pt-BR" sz="3700" dirty="0" smtClean="0"/>
              <a:t>O projeto desenvolvido é o </a:t>
            </a:r>
            <a:r>
              <a:rPr lang="pt-BR" sz="3700" b="1" dirty="0" err="1" smtClean="0"/>
              <a:t>Planner</a:t>
            </a:r>
            <a:r>
              <a:rPr lang="pt-BR" sz="3700" b="1" dirty="0" smtClean="0"/>
              <a:t> IA</a:t>
            </a:r>
            <a:r>
              <a:rPr lang="pt-BR" sz="3700" dirty="0" smtClean="0"/>
              <a:t>, um agente inteligente de planejamento financeiro executado localmente utilizando:</a:t>
            </a:r>
          </a:p>
          <a:p>
            <a:pPr lvl="1"/>
            <a:r>
              <a:rPr lang="pt-BR" sz="3400" dirty="0" smtClean="0"/>
              <a:t>Python; </a:t>
            </a:r>
          </a:p>
          <a:p>
            <a:pPr lvl="1"/>
            <a:r>
              <a:rPr lang="pt-BR" sz="3400" dirty="0" err="1" smtClean="0"/>
              <a:t>Streamlit</a:t>
            </a:r>
            <a:r>
              <a:rPr lang="pt-BR" sz="3400" dirty="0" smtClean="0"/>
              <a:t>; </a:t>
            </a:r>
          </a:p>
          <a:p>
            <a:pPr lvl="1"/>
            <a:r>
              <a:rPr lang="pt-BR" sz="3400" dirty="0" err="1" smtClean="0"/>
              <a:t>Ollama</a:t>
            </a:r>
            <a:r>
              <a:rPr lang="pt-BR" sz="3400" dirty="0" smtClean="0"/>
              <a:t>; </a:t>
            </a:r>
          </a:p>
          <a:p>
            <a:pPr lvl="1"/>
            <a:r>
              <a:rPr lang="pt-BR" sz="3400" dirty="0" smtClean="0"/>
              <a:t>e modelos LLM rodando </a:t>
            </a:r>
            <a:r>
              <a:rPr lang="pt-BR" sz="3400" dirty="0" err="1" smtClean="0"/>
              <a:t>offline</a:t>
            </a:r>
            <a:r>
              <a:rPr lang="pt-BR" sz="3400" dirty="0" smtClean="0"/>
              <a:t>. </a:t>
            </a:r>
          </a:p>
          <a:p>
            <a:r>
              <a:rPr lang="pt-BR" sz="3700" dirty="0" smtClean="0"/>
              <a:t>O sistema utiliza dados financeiros estruturados em arquivos .csv e .</a:t>
            </a:r>
            <a:r>
              <a:rPr lang="pt-BR" sz="3700" dirty="0" err="1" smtClean="0"/>
              <a:t>json</a:t>
            </a:r>
            <a:r>
              <a:rPr lang="pt-BR" sz="3700" dirty="0" smtClean="0"/>
              <a:t>, contendo:</a:t>
            </a:r>
          </a:p>
          <a:p>
            <a:pPr lvl="1"/>
            <a:r>
              <a:rPr lang="pt-BR" sz="3400" dirty="0" smtClean="0"/>
              <a:t>perfis financeiros; </a:t>
            </a:r>
          </a:p>
          <a:p>
            <a:pPr lvl="1"/>
            <a:r>
              <a:rPr lang="pt-BR" sz="3400" dirty="0" smtClean="0"/>
              <a:t>transações; </a:t>
            </a:r>
          </a:p>
          <a:p>
            <a:pPr lvl="1"/>
            <a:r>
              <a:rPr lang="pt-BR" sz="3400" dirty="0" smtClean="0"/>
              <a:t>e metas financeiras dos usuários. </a:t>
            </a:r>
          </a:p>
          <a:p>
            <a:r>
              <a:rPr lang="pt-BR" sz="3700" dirty="0" smtClean="0"/>
              <a:t>A partir desses dados, o agente consegue:</a:t>
            </a:r>
          </a:p>
          <a:p>
            <a:pPr lvl="1"/>
            <a:r>
              <a:rPr lang="pt-BR" sz="3400" dirty="0" smtClean="0"/>
              <a:t>analisar renda, despesas, dívidas e reservas; </a:t>
            </a:r>
          </a:p>
          <a:p>
            <a:pPr lvl="1"/>
            <a:r>
              <a:rPr lang="pt-BR" sz="3400" dirty="0" smtClean="0"/>
              <a:t>responder perguntas financeiras; </a:t>
            </a:r>
          </a:p>
          <a:p>
            <a:pPr lvl="1"/>
            <a:r>
              <a:rPr lang="pt-BR" sz="3400" dirty="0" smtClean="0"/>
              <a:t>sugerir prioridades financeiras; </a:t>
            </a:r>
          </a:p>
          <a:p>
            <a:pPr lvl="1"/>
            <a:r>
              <a:rPr lang="pt-BR" sz="3400" dirty="0" smtClean="0"/>
              <a:t>auxiliar na definição de metas; </a:t>
            </a:r>
          </a:p>
          <a:p>
            <a:pPr lvl="1"/>
            <a:r>
              <a:rPr lang="pt-BR" sz="3400" dirty="0" smtClean="0"/>
              <a:t>e oferecer recomendações coerentes com o perfil do usuário. </a:t>
            </a:r>
          </a:p>
          <a:p>
            <a:r>
              <a:rPr lang="pt-BR" sz="3700" dirty="0" smtClean="0"/>
              <a:t>O </a:t>
            </a:r>
            <a:r>
              <a:rPr lang="pt-BR" sz="3700" dirty="0" err="1" smtClean="0"/>
              <a:t>chatbot</a:t>
            </a:r>
            <a:r>
              <a:rPr lang="pt-BR" sz="3700" dirty="0" smtClean="0"/>
              <a:t> foi desenvolvido com foco em:</a:t>
            </a:r>
          </a:p>
          <a:p>
            <a:pPr lvl="1"/>
            <a:r>
              <a:rPr lang="pt-BR" sz="3400" dirty="0" smtClean="0"/>
              <a:t>segurança; </a:t>
            </a:r>
          </a:p>
          <a:p>
            <a:pPr lvl="1"/>
            <a:r>
              <a:rPr lang="pt-BR" sz="3400" dirty="0" smtClean="0"/>
              <a:t>privacidade; </a:t>
            </a:r>
          </a:p>
          <a:p>
            <a:pPr lvl="1"/>
            <a:r>
              <a:rPr lang="pt-BR" sz="3400" dirty="0" err="1" smtClean="0"/>
              <a:t>explicabilidade</a:t>
            </a:r>
            <a:r>
              <a:rPr lang="pt-BR" sz="3400" dirty="0" smtClean="0"/>
              <a:t>; </a:t>
            </a:r>
          </a:p>
          <a:p>
            <a:pPr lvl="1"/>
            <a:r>
              <a:rPr lang="pt-BR" sz="3400" dirty="0" smtClean="0"/>
              <a:t>e uso local, sem depender de APIs externas pagas. </a:t>
            </a:r>
          </a:p>
          <a:p>
            <a:r>
              <a:rPr lang="pt-BR" sz="3700" dirty="0" smtClean="0"/>
              <a:t>Além disso, foram criados:</a:t>
            </a:r>
          </a:p>
          <a:p>
            <a:pPr lvl="1"/>
            <a:r>
              <a:rPr lang="pt-BR" sz="3400" dirty="0" err="1" smtClean="0"/>
              <a:t>datasets</a:t>
            </a:r>
            <a:r>
              <a:rPr lang="pt-BR" sz="3400" dirty="0" smtClean="0"/>
              <a:t> fictícios; </a:t>
            </a:r>
          </a:p>
          <a:p>
            <a:pPr lvl="1"/>
            <a:r>
              <a:rPr lang="pt-BR" sz="3400" dirty="0" smtClean="0"/>
              <a:t>exemplos </a:t>
            </a:r>
            <a:r>
              <a:rPr lang="pt-BR" sz="3400" dirty="0" err="1" smtClean="0"/>
              <a:t>Few-Shot</a:t>
            </a:r>
            <a:r>
              <a:rPr lang="pt-BR" sz="3400" dirty="0" smtClean="0"/>
              <a:t>; </a:t>
            </a:r>
          </a:p>
          <a:p>
            <a:pPr lvl="1"/>
            <a:r>
              <a:rPr lang="pt-BR" sz="3400" dirty="0" err="1" smtClean="0"/>
              <a:t>edge</a:t>
            </a:r>
            <a:r>
              <a:rPr lang="pt-BR" sz="3400" dirty="0" smtClean="0"/>
              <a:t> cases; </a:t>
            </a:r>
          </a:p>
          <a:p>
            <a:pPr lvl="1"/>
            <a:r>
              <a:rPr lang="pt-BR" sz="3400" dirty="0" smtClean="0"/>
              <a:t>e testes de avaliação para validar o comportamento do agente.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893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pt-BR" dirty="0" smtClean="0"/>
              <a:t>Utilização do </a:t>
            </a:r>
            <a:r>
              <a:rPr lang="pt-BR" dirty="0" err="1" smtClean="0"/>
              <a:t>Chatbot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smtClean="0"/>
              <a:t>Ao utilizar o </a:t>
            </a:r>
            <a:r>
              <a:rPr lang="pt-BR" dirty="0" err="1" smtClean="0"/>
              <a:t>chatbot</a:t>
            </a:r>
            <a:r>
              <a:rPr lang="pt-BR" dirty="0" smtClean="0"/>
              <a:t>, nomeado de </a:t>
            </a:r>
            <a:r>
              <a:rPr lang="pt-BR" dirty="0" err="1" smtClean="0"/>
              <a:t>Planner</a:t>
            </a:r>
            <a:r>
              <a:rPr lang="pt-BR" dirty="0" smtClean="0"/>
              <a:t>:</a:t>
            </a:r>
          </a:p>
          <a:p>
            <a:pPr lvl="1"/>
            <a:r>
              <a:rPr lang="pt-BR" dirty="0" smtClean="0"/>
              <a:t>Interage-se com interface do sistema construída em </a:t>
            </a:r>
            <a:r>
              <a:rPr lang="pt-BR" dirty="0" err="1" smtClean="0"/>
              <a:t>Streamlit</a:t>
            </a:r>
            <a:r>
              <a:rPr lang="pt-BR" dirty="0" smtClean="0"/>
              <a:t>; </a:t>
            </a:r>
          </a:p>
          <a:p>
            <a:pPr lvl="1"/>
            <a:r>
              <a:rPr lang="pt-BR" dirty="0" smtClean="0"/>
              <a:t>Seleciona-se um usuário do </a:t>
            </a:r>
            <a:r>
              <a:rPr lang="pt-BR" dirty="0" err="1" smtClean="0"/>
              <a:t>dataset</a:t>
            </a:r>
            <a:r>
              <a:rPr lang="pt-BR" dirty="0" smtClean="0"/>
              <a:t> para realizar a interação; </a:t>
            </a:r>
          </a:p>
          <a:p>
            <a:r>
              <a:rPr lang="pt-BR" dirty="0" smtClean="0"/>
              <a:t>O agente responde perguntas como: </a:t>
            </a:r>
          </a:p>
          <a:p>
            <a:pPr lvl="1"/>
            <a:r>
              <a:rPr lang="pt-BR" dirty="0" smtClean="0"/>
              <a:t>“Qual deve ser minha prioridade financeira?” </a:t>
            </a:r>
          </a:p>
          <a:p>
            <a:pPr lvl="1"/>
            <a:r>
              <a:rPr lang="pt-BR" dirty="0" smtClean="0"/>
              <a:t>“Como posso organizar melhor minhas finanças?” </a:t>
            </a:r>
          </a:p>
          <a:p>
            <a:pPr lvl="1"/>
            <a:r>
              <a:rPr lang="pt-BR" dirty="0" smtClean="0"/>
              <a:t>“Devo investir ou quitar dívidas?” </a:t>
            </a:r>
          </a:p>
          <a:p>
            <a:r>
              <a:rPr lang="pt-BR" dirty="0" smtClean="0"/>
              <a:t>O modelo de agente financeiro gerado por IA acessa os dados financeiros do usuário e gera respostas contextualizadas; </a:t>
            </a:r>
          </a:p>
          <a:p>
            <a:r>
              <a:rPr lang="pt-BR" dirty="0" smtClean="0"/>
              <a:t>Exemplos de atuação do </a:t>
            </a:r>
            <a:r>
              <a:rPr lang="pt-BR" dirty="0" err="1" smtClean="0"/>
              <a:t>chatbot</a:t>
            </a:r>
            <a:r>
              <a:rPr lang="pt-BR" dirty="0" smtClean="0"/>
              <a:t>: </a:t>
            </a:r>
          </a:p>
          <a:p>
            <a:pPr lvl="1"/>
            <a:r>
              <a:rPr lang="pt-BR" dirty="0" smtClean="0"/>
              <a:t>recuperação correta de dados; </a:t>
            </a:r>
          </a:p>
          <a:p>
            <a:pPr lvl="1"/>
            <a:r>
              <a:rPr lang="pt-BR" dirty="0" smtClean="0"/>
              <a:t>recomendações financeiras; </a:t>
            </a:r>
          </a:p>
          <a:p>
            <a:pPr lvl="1"/>
            <a:r>
              <a:rPr lang="pt-BR" dirty="0" smtClean="0"/>
              <a:t>respostas para perguntas fora do escopo; </a:t>
            </a:r>
          </a:p>
          <a:p>
            <a:pPr lvl="1"/>
            <a:r>
              <a:rPr lang="pt-BR" dirty="0" smtClean="0"/>
              <a:t>e reconhecimento de informações inexistentes. </a:t>
            </a:r>
          </a:p>
          <a:p>
            <a:r>
              <a:rPr lang="pt-BR" dirty="0"/>
              <a:t>O</a:t>
            </a:r>
            <a:r>
              <a:rPr lang="pt-BR" dirty="0" smtClean="0"/>
              <a:t> sistema funciona localmente via </a:t>
            </a:r>
            <a:r>
              <a:rPr lang="pt-BR" dirty="0" err="1" smtClean="0"/>
              <a:t>Ollama</a:t>
            </a:r>
            <a:r>
              <a:rPr lang="pt-BR" dirty="0" smtClean="0"/>
              <a:t>, sem necessidade de serviços externos.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0615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pt-BR" dirty="0" smtClean="0"/>
              <a:t>Diferencial e Impacto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smtClean="0"/>
              <a:t>O principal diferencial do </a:t>
            </a:r>
            <a:r>
              <a:rPr lang="pt-BR" dirty="0" err="1" smtClean="0"/>
              <a:t>Planner</a:t>
            </a:r>
            <a:r>
              <a:rPr lang="pt-BR" dirty="0" smtClean="0"/>
              <a:t> IA é combinar:</a:t>
            </a:r>
          </a:p>
          <a:p>
            <a:pPr lvl="1"/>
            <a:r>
              <a:rPr lang="pt-BR" dirty="0" smtClean="0"/>
              <a:t>inteligência artificial local; </a:t>
            </a:r>
          </a:p>
          <a:p>
            <a:pPr lvl="1"/>
            <a:r>
              <a:rPr lang="pt-BR" dirty="0" smtClean="0"/>
              <a:t>privacidade dos dados; </a:t>
            </a:r>
          </a:p>
          <a:p>
            <a:pPr lvl="1"/>
            <a:r>
              <a:rPr lang="pt-BR" dirty="0" smtClean="0"/>
              <a:t>e planejamento financeiro personalizado. </a:t>
            </a:r>
          </a:p>
          <a:p>
            <a:r>
              <a:rPr lang="pt-BR" dirty="0" smtClean="0"/>
              <a:t>A solução pode ser adaptada para:</a:t>
            </a:r>
          </a:p>
          <a:p>
            <a:pPr lvl="1"/>
            <a:r>
              <a:rPr lang="pt-BR" dirty="0" smtClean="0"/>
              <a:t>educação financeira; </a:t>
            </a:r>
          </a:p>
          <a:p>
            <a:pPr lvl="1"/>
            <a:r>
              <a:rPr lang="pt-BR" dirty="0" smtClean="0"/>
              <a:t>suporte bancário; </a:t>
            </a:r>
          </a:p>
          <a:p>
            <a:pPr lvl="1"/>
            <a:r>
              <a:rPr lang="pt-BR" dirty="0" smtClean="0"/>
              <a:t>orientação financeira básica; </a:t>
            </a:r>
          </a:p>
          <a:p>
            <a:pPr lvl="1"/>
            <a:r>
              <a:rPr lang="pt-BR" dirty="0" smtClean="0"/>
              <a:t>ou plataformas de gestão financeira. </a:t>
            </a:r>
          </a:p>
          <a:p>
            <a:r>
              <a:rPr lang="pt-BR" dirty="0" smtClean="0"/>
              <a:t>O impacto esperado é democratizar o acesso a orientações financeiras mais claras, acessíveis e responsáveis, especialmente para pessoas que possuem dificuldade em organizar suas finanças.</a:t>
            </a:r>
          </a:p>
          <a:p>
            <a:r>
              <a:rPr lang="pt-BR" dirty="0" smtClean="0"/>
              <a:t>Além disso, o projeto demonstra como modelos LLM locais podem ser integrados a aplicações reais utilizando Python e ferramentas open </a:t>
            </a:r>
            <a:r>
              <a:rPr lang="pt-BR" dirty="0" err="1" smtClean="0"/>
              <a:t>source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52822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483</Words>
  <Application>Microsoft Office PowerPoint</Application>
  <PresentationFormat>Apresentação na tela (4:3)</PresentationFormat>
  <Paragraphs>66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Tema do Office</vt:lpstr>
      <vt:lpstr>Planner IA: Assistente Inteligente de Planejamento Financeiro</vt:lpstr>
      <vt:lpstr>Problema</vt:lpstr>
      <vt:lpstr>Solução</vt:lpstr>
      <vt:lpstr>Utilização do Chatbot</vt:lpstr>
      <vt:lpstr>Diferencial e Impacto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Planner IA: Assistente Inteligente de Planejamento Financeiro</dc:title>
  <dc:creator>Higor</dc:creator>
  <cp:lastModifiedBy>Higor</cp:lastModifiedBy>
  <cp:revision>4</cp:revision>
  <dcterms:created xsi:type="dcterms:W3CDTF">2026-05-26T13:48:57Z</dcterms:created>
  <dcterms:modified xsi:type="dcterms:W3CDTF">2026-05-26T14:28:47Z</dcterms:modified>
</cp:coreProperties>
</file>